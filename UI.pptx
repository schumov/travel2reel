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heme/theme2.xml" ContentType="application/vnd.openxmlformats-officedocument.theme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heme/theme3.xml" ContentType="application/vnd.openxmlformats-officedocument.theme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4"/>
  </p:sldMasterIdLst>
  <p:notesMasterIdLst>
    <p:notesMasterId r:id="rId7"/>
  </p:notesMasterIdLst>
  <p:handoutMasterIdLst>
    <p:handoutMasterId r:id="rId8"/>
  </p:handoutMasterIdLst>
  <p:sldIdLst>
    <p:sldId id="274" r:id="rId5"/>
    <p:sldId id="275" r:id="rId6"/>
  </p:sldIdLst>
  <p:sldSz cx="12192000" cy="6858000"/>
  <p:notesSz cx="7099300" cy="10234613"/>
  <p:custDataLst>
    <p:tags r:id="rId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5" autoAdjust="0"/>
    <p:restoredTop sz="94696" autoAdjust="0"/>
  </p:normalViewPr>
  <p:slideViewPr>
    <p:cSldViewPr snapToObjects="1" showGuides="1">
      <p:cViewPr varScale="1">
        <p:scale>
          <a:sx n="102" d="100"/>
          <a:sy n="102" d="100"/>
        </p:scale>
        <p:origin x="954" y="31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11.xml"/><Relationship Id="rId3" Type="http://schemas.openxmlformats.org/officeDocument/2006/relationships/tags" Target="../tags/tag206.xml"/><Relationship Id="rId7" Type="http://schemas.openxmlformats.org/officeDocument/2006/relationships/tags" Target="../tags/tag210.xml"/><Relationship Id="rId12" Type="http://schemas.openxmlformats.org/officeDocument/2006/relationships/image" Target="../media/image11.png"/><Relationship Id="rId2" Type="http://schemas.openxmlformats.org/officeDocument/2006/relationships/tags" Target="../tags/tag205.xml"/><Relationship Id="rId1" Type="http://schemas.openxmlformats.org/officeDocument/2006/relationships/theme" Target="../theme/theme3.xml"/><Relationship Id="rId6" Type="http://schemas.openxmlformats.org/officeDocument/2006/relationships/tags" Target="../tags/tag209.xml"/><Relationship Id="rId11" Type="http://schemas.openxmlformats.org/officeDocument/2006/relationships/tags" Target="../tags/tag214.xml"/><Relationship Id="rId5" Type="http://schemas.openxmlformats.org/officeDocument/2006/relationships/tags" Target="../tags/tag208.xml"/><Relationship Id="rId10" Type="http://schemas.openxmlformats.org/officeDocument/2006/relationships/tags" Target="../tags/tag213.xml"/><Relationship Id="rId4" Type="http://schemas.openxmlformats.org/officeDocument/2006/relationships/tags" Target="../tags/tag207.xml"/><Relationship Id="rId9" Type="http://schemas.openxmlformats.org/officeDocument/2006/relationships/tags" Target="../tags/tag2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‹#›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2026.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2026-01-01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image" Target="../media/image11.png"/><Relationship Id="rId2" Type="http://schemas.openxmlformats.org/officeDocument/2006/relationships/tags" Target="../tags/tag195.xml"/><Relationship Id="rId1" Type="http://schemas.openxmlformats.org/officeDocument/2006/relationships/theme" Target="../theme/theme2.xml"/><Relationship Id="rId6" Type="http://schemas.openxmlformats.org/officeDocument/2006/relationships/tags" Target="../tags/tag199.xml"/><Relationship Id="rId11" Type="http://schemas.openxmlformats.org/officeDocument/2006/relationships/tags" Target="../tags/tag204.xml"/><Relationship Id="rId5" Type="http://schemas.openxmlformats.org/officeDocument/2006/relationships/tags" Target="../tags/tag198.xml"/><Relationship Id="rId10" Type="http://schemas.openxmlformats.org/officeDocument/2006/relationships/tags" Target="../tags/tag203.xml"/><Relationship Id="rId4" Type="http://schemas.openxmlformats.org/officeDocument/2006/relationships/tags" Target="../tags/tag197.xml"/><Relationship Id="rId9" Type="http://schemas.openxmlformats.org/officeDocument/2006/relationships/tags" Target="../tags/tag20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2026.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2026-01-01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2.jpg"/><Relationship Id="rId5" Type="http://schemas.openxmlformats.org/officeDocument/2006/relationships/tags" Target="../tags/tag1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image" Target="../media/image5.sv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4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3.jpeg"/><Relationship Id="rId5" Type="http://schemas.openxmlformats.org/officeDocument/2006/relationships/tags" Target="../tags/tag19.xml"/><Relationship Id="rId15" Type="http://schemas.openxmlformats.org/officeDocument/2006/relationships/image" Target="../media/image7.png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image" Target="../media/image1.png"/><Relationship Id="rId5" Type="http://schemas.openxmlformats.org/officeDocument/2006/relationships/tags" Target="../tags/tag28.xml"/><Relationship Id="rId10" Type="http://schemas.openxmlformats.org/officeDocument/2006/relationships/image" Target="../media/image8.jpg"/><Relationship Id="rId4" Type="http://schemas.openxmlformats.org/officeDocument/2006/relationships/tags" Target="../tags/tag27.xml"/><Relationship Id="rId9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image" Target="../media/image6.png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image" Target="../media/image5.sv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4.png"/><Relationship Id="rId5" Type="http://schemas.openxmlformats.org/officeDocument/2006/relationships/tags" Target="../tags/tag36.xml"/><Relationship Id="rId10" Type="http://schemas.openxmlformats.org/officeDocument/2006/relationships/image" Target="../media/image9.jpeg"/><Relationship Id="rId4" Type="http://schemas.openxmlformats.org/officeDocument/2006/relationships/tags" Target="../tags/tag35.xml"/><Relationship Id="rId9" Type="http://schemas.openxmlformats.org/officeDocument/2006/relationships/slideMaster" Target="../slideMasters/slideMaster1.xml"/><Relationship Id="rId1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image" Target="../media/image1.png"/><Relationship Id="rId5" Type="http://schemas.openxmlformats.org/officeDocument/2006/relationships/tags" Target="../tags/tag4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3.xml"/><Relationship Id="rId9" Type="http://schemas.openxmlformats.org/officeDocument/2006/relationships/tags" Target="../tags/tag48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5" Type="http://schemas.openxmlformats.org/officeDocument/2006/relationships/tags" Target="../tags/tag53.xml"/><Relationship Id="rId10" Type="http://schemas.openxmlformats.org/officeDocument/2006/relationships/tags" Target="../tags/tag58.xml"/><Relationship Id="rId4" Type="http://schemas.openxmlformats.org/officeDocument/2006/relationships/tags" Target="../tags/tag52.xml"/><Relationship Id="rId9" Type="http://schemas.openxmlformats.org/officeDocument/2006/relationships/tags" Target="../tags/tag57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0" Type="http://schemas.openxmlformats.org/officeDocument/2006/relationships/tags" Target="../tags/tag82.xml"/><Relationship Id="rId4" Type="http://schemas.openxmlformats.org/officeDocument/2006/relationships/tags" Target="../tags/tag76.xml"/><Relationship Id="rId9" Type="http://schemas.openxmlformats.org/officeDocument/2006/relationships/tags" Target="../tags/tag8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8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image" Target="../media/image10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5" Type="http://schemas.openxmlformats.org/officeDocument/2006/relationships/tags" Target="../tags/tag96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tags" Target="../tags/tag115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tags" Target="../tags/tag114.xml"/><Relationship Id="rId5" Type="http://schemas.openxmlformats.org/officeDocument/2006/relationships/tags" Target="../tags/tag108.xml"/><Relationship Id="rId10" Type="http://schemas.openxmlformats.org/officeDocument/2006/relationships/tags" Target="../tags/tag113.xml"/><Relationship Id="rId4" Type="http://schemas.openxmlformats.org/officeDocument/2006/relationships/tags" Target="../tags/tag107.xml"/><Relationship Id="rId9" Type="http://schemas.openxmlformats.org/officeDocument/2006/relationships/tags" Target="../tags/tag11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5" Type="http://schemas.openxmlformats.org/officeDocument/2006/relationships/tags" Target="../tags/tag120.xml"/><Relationship Id="rId10" Type="http://schemas.openxmlformats.org/officeDocument/2006/relationships/tags" Target="../tags/tag125.xml"/><Relationship Id="rId4" Type="http://schemas.openxmlformats.org/officeDocument/2006/relationships/tags" Target="../tags/tag119.xml"/><Relationship Id="rId9" Type="http://schemas.openxmlformats.org/officeDocument/2006/relationships/tags" Target="../tags/tag124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12" Type="http://schemas.openxmlformats.org/officeDocument/2006/relationships/tags" Target="../tags/tag139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tags" Target="../tags/tag138.xml"/><Relationship Id="rId5" Type="http://schemas.openxmlformats.org/officeDocument/2006/relationships/tags" Target="../tags/tag132.xml"/><Relationship Id="rId10" Type="http://schemas.openxmlformats.org/officeDocument/2006/relationships/tags" Target="../tags/tag137.xml"/><Relationship Id="rId4" Type="http://schemas.openxmlformats.org/officeDocument/2006/relationships/tags" Target="../tags/tag131.xml"/><Relationship Id="rId9" Type="http://schemas.openxmlformats.org/officeDocument/2006/relationships/tags" Target="../tags/tag136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12" Type="http://schemas.openxmlformats.org/officeDocument/2006/relationships/tags" Target="../tags/tag151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tags" Target="../tags/tag150.xml"/><Relationship Id="rId5" Type="http://schemas.openxmlformats.org/officeDocument/2006/relationships/tags" Target="../tags/tag144.xml"/><Relationship Id="rId10" Type="http://schemas.openxmlformats.org/officeDocument/2006/relationships/tags" Target="../tags/tag149.xml"/><Relationship Id="rId4" Type="http://schemas.openxmlformats.org/officeDocument/2006/relationships/tags" Target="../tags/tag143.xml"/><Relationship Id="rId9" Type="http://schemas.openxmlformats.org/officeDocument/2006/relationships/tags" Target="../tags/tag148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5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54.xml"/><Relationship Id="rId7" Type="http://schemas.openxmlformats.org/officeDocument/2006/relationships/tags" Target="../tags/tag158.xml"/><Relationship Id="rId12" Type="http://schemas.openxmlformats.org/officeDocument/2006/relationships/tags" Target="../tags/tag163.xml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11" Type="http://schemas.openxmlformats.org/officeDocument/2006/relationships/tags" Target="../tags/tag162.xml"/><Relationship Id="rId5" Type="http://schemas.openxmlformats.org/officeDocument/2006/relationships/tags" Target="../tags/tag156.xml"/><Relationship Id="rId10" Type="http://schemas.openxmlformats.org/officeDocument/2006/relationships/tags" Target="../tags/tag161.xml"/><Relationship Id="rId4" Type="http://schemas.openxmlformats.org/officeDocument/2006/relationships/tags" Target="../tags/tag155.xml"/><Relationship Id="rId9" Type="http://schemas.openxmlformats.org/officeDocument/2006/relationships/tags" Target="../tags/tag160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7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12" Type="http://schemas.openxmlformats.org/officeDocument/2006/relationships/tags" Target="../tags/tag175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tags" Target="../tags/tag174.xml"/><Relationship Id="rId5" Type="http://schemas.openxmlformats.org/officeDocument/2006/relationships/tags" Target="../tags/tag168.xml"/><Relationship Id="rId10" Type="http://schemas.openxmlformats.org/officeDocument/2006/relationships/tags" Target="../tags/tag173.xml"/><Relationship Id="rId4" Type="http://schemas.openxmlformats.org/officeDocument/2006/relationships/tags" Target="../tags/tag167.xml"/><Relationship Id="rId9" Type="http://schemas.openxmlformats.org/officeDocument/2006/relationships/tags" Target="../tags/tag17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tags" Target="../tags/tag186.xml"/><Relationship Id="rId5" Type="http://schemas.openxmlformats.org/officeDocument/2006/relationships/tags" Target="../tags/tag180.xml"/><Relationship Id="rId10" Type="http://schemas.openxmlformats.org/officeDocument/2006/relationships/tags" Target="../tags/tag185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4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92.xml"/><Relationship Id="rId7" Type="http://schemas.openxmlformats.org/officeDocument/2006/relationships/image" Target="../media/image1.png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94.xml"/><Relationship Id="rId4" Type="http://schemas.openxmlformats.org/officeDocument/2006/relationships/tags" Target="../tags/tag19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912424" y="236633"/>
            <a:ext cx="1772684" cy="960119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13" name="Crystal Shape">
            <a:extLst>
              <a:ext uri="{FF2B5EF4-FFF2-40B4-BE49-F238E27FC236}">
                <a16:creationId xmlns:a16="http://schemas.microsoft.com/office/drawing/2014/main" id="{A4208110-E884-BAAA-527C-E592A2F7FA29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18864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9994175" y="353272"/>
            <a:ext cx="1574433" cy="687428"/>
          </a:xfrm>
          <a:prstGeom prst="rect">
            <a:avLst/>
          </a:prstGeom>
        </p:spPr>
      </p:pic>
      <p:pic>
        <p:nvPicPr>
          <p:cNvPr id="22" name="LOGO Award Innovation" descr="Ein Bild, das Text, Screenshot, Schrift, Kreis enthält.&#10;&#10;KI-generierte Inhalte können fehlerhaft sein.">
            <a:extLst>
              <a:ext uri="{FF2B5EF4-FFF2-40B4-BE49-F238E27FC236}">
                <a16:creationId xmlns:a16="http://schemas.microsoft.com/office/drawing/2014/main" id="{5C8094CB-6CA5-4C8C-A34D-E405220AEA8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096" y="5583917"/>
            <a:ext cx="1388241" cy="670382"/>
          </a:xfrm>
          <a:prstGeom prst="rect">
            <a:avLst/>
          </a:prstGeom>
        </p:spPr>
      </p:pic>
      <p:pic>
        <p:nvPicPr>
          <p:cNvPr id="23" name="LOGO Award Sustainability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580F642-116E-41DC-881C-366C1DFCA471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966" y="5583917"/>
            <a:ext cx="670034" cy="67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92289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GO PROTECTION">
            <a:extLst>
              <a:ext uri="{FF2B5EF4-FFF2-40B4-BE49-F238E27FC236}">
                <a16:creationId xmlns:a16="http://schemas.microsoft.com/office/drawing/2014/main" id="{4DCE96B1-83D3-EAE7-D992-044F49F60C08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auto">
          <a:xfrm>
            <a:off x="263352" y="236633"/>
            <a:ext cx="1772684" cy="960119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A close-up of a plant&#10;&#10;Description automatically generated">
            <a:extLst>
              <a:ext uri="{FF2B5EF4-FFF2-40B4-BE49-F238E27FC236}">
                <a16:creationId xmlns:a16="http://schemas.microsoft.com/office/drawing/2014/main" id="{D8A43A75-D6CE-2257-415C-1E0787C2AD1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206538" cy="6858000"/>
          </a:xfrm>
          <a:prstGeom prst="rect">
            <a:avLst/>
          </a:prstGeom>
        </p:spPr>
      </p:pic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1807AF6D-9E64-2C4F-72B8-8E1B696F07B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334800" y="353272"/>
            <a:ext cx="1574433" cy="687428"/>
          </a:xfrm>
          <a:prstGeom prst="rect">
            <a:avLst/>
          </a:prstGeom>
        </p:spPr>
      </p:pic>
      <p:pic>
        <p:nvPicPr>
          <p:cNvPr id="20" name="LOGO Award Innovation" descr="Ein Bild, das Text, Screenshot, Schrift, Kreis enthält.&#10;&#10;KI-generierte Inhalte können fehlerhaft sein.">
            <a:extLst>
              <a:ext uri="{FF2B5EF4-FFF2-40B4-BE49-F238E27FC236}">
                <a16:creationId xmlns:a16="http://schemas.microsoft.com/office/drawing/2014/main" id="{B9B3D97A-9BFB-40A0-9441-80DA943DDD7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096" y="5583917"/>
            <a:ext cx="1388241" cy="670382"/>
          </a:xfrm>
          <a:prstGeom prst="rect">
            <a:avLst/>
          </a:prstGeom>
        </p:spPr>
      </p:pic>
      <p:pic>
        <p:nvPicPr>
          <p:cNvPr id="21" name="LOGO Award Sustainability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19FCA7E8-3379-4D22-BCD2-3178461C8B7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966" y="5583917"/>
            <a:ext cx="670034" cy="67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7589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2026-01-01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5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en-US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en-US" sz="800" b="1" kern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7" r:id="rId2"/>
    <p:sldLayoutId id="2147483755" r:id="rId3"/>
    <p:sldLayoutId id="2147483758" r:id="rId4"/>
    <p:sldLayoutId id="2147483751" r:id="rId5"/>
    <p:sldLayoutId id="2147483729" r:id="rId6"/>
    <p:sldLayoutId id="2147483730" r:id="rId7"/>
    <p:sldLayoutId id="2147483731" r:id="rId8"/>
    <p:sldLayoutId id="2147483747" r:id="rId9"/>
    <p:sldLayoutId id="2147483756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54" r:id="rId19"/>
    <p:sldLayoutId id="2147483753" r:id="rId20"/>
  </p:sldLayoutIdLst>
  <p:hf sldNum="0" hdr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F0EF-4539-17ED-CB29-13C19102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179F8E-28B7-6E79-9579-ED769DFC3E9E}"/>
              </a:ext>
            </a:extLst>
          </p:cNvPr>
          <p:cNvSpPr/>
          <p:nvPr/>
        </p:nvSpPr>
        <p:spPr bwMode="auto">
          <a:xfrm>
            <a:off x="174076" y="1898740"/>
            <a:ext cx="11593288" cy="1300951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My routes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3DC355-053F-46CD-5E32-7D49EEEDDE69}"/>
              </a:ext>
            </a:extLst>
          </p:cNvPr>
          <p:cNvSpPr/>
          <p:nvPr/>
        </p:nvSpPr>
        <p:spPr bwMode="auto">
          <a:xfrm>
            <a:off x="176224" y="938536"/>
            <a:ext cx="6984776" cy="45729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App name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C3A392-7878-927F-195A-ECE1C523F328}"/>
              </a:ext>
            </a:extLst>
          </p:cNvPr>
          <p:cNvSpPr/>
          <p:nvPr/>
        </p:nvSpPr>
        <p:spPr bwMode="auto">
          <a:xfrm>
            <a:off x="7512656" y="928375"/>
            <a:ext cx="4256856" cy="467451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Username + Login/logout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F69FCA-19B8-211C-6440-61B14F4817C6}"/>
              </a:ext>
            </a:extLst>
          </p:cNvPr>
          <p:cNvSpPr/>
          <p:nvPr/>
        </p:nvSpPr>
        <p:spPr bwMode="auto">
          <a:xfrm>
            <a:off x="176224" y="1495301"/>
            <a:ext cx="1800200" cy="350731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+ Start new route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5C10EF-F80D-6CFD-890A-747492853888}"/>
              </a:ext>
            </a:extLst>
          </p:cNvPr>
          <p:cNvSpPr/>
          <p:nvPr/>
        </p:nvSpPr>
        <p:spPr bwMode="auto">
          <a:xfrm>
            <a:off x="174076" y="3286516"/>
            <a:ext cx="11593288" cy="3009336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New / Edit Route(s) panel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955B7-C0B5-CBE0-8A09-20BF2EA448AA}"/>
              </a:ext>
            </a:extLst>
          </p:cNvPr>
          <p:cNvSpPr/>
          <p:nvPr/>
        </p:nvSpPr>
        <p:spPr bwMode="auto">
          <a:xfrm>
            <a:off x="279982" y="3606677"/>
            <a:ext cx="11341260" cy="1984096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Photos panel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6C2552-E461-972D-CF30-46500BFE5B68}"/>
              </a:ext>
            </a:extLst>
          </p:cNvPr>
          <p:cNvSpPr/>
          <p:nvPr/>
        </p:nvSpPr>
        <p:spPr bwMode="auto">
          <a:xfrm>
            <a:off x="2427565" y="4006596"/>
            <a:ext cx="1387847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Photo1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04248D-E9B5-7F1E-5E3E-06D1E341E8CB}"/>
              </a:ext>
            </a:extLst>
          </p:cNvPr>
          <p:cNvSpPr/>
          <p:nvPr/>
        </p:nvSpPr>
        <p:spPr bwMode="auto">
          <a:xfrm>
            <a:off x="5367046" y="4006596"/>
            <a:ext cx="1387847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Map1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472070-67BD-049A-A4C5-084BB1BD9298}"/>
              </a:ext>
            </a:extLst>
          </p:cNvPr>
          <p:cNvSpPr/>
          <p:nvPr/>
        </p:nvSpPr>
        <p:spPr bwMode="auto">
          <a:xfrm>
            <a:off x="1107589" y="4004225"/>
            <a:ext cx="1267023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US" sz="1000" baseline="0" dirty="0">
                <a:latin typeface="+mn-lt"/>
                <a:ea typeface="+mn-ea"/>
                <a:cs typeface="+mn-cs"/>
              </a:rPr>
              <a:t>Remove</a:t>
            </a:r>
          </a:p>
          <a:p>
            <a:pPr defTabSz="576000" eaLnBrk="0" hangingPunct="0">
              <a:lnSpc>
                <a:spcPct val="120000"/>
              </a:lnSpc>
            </a:pPr>
            <a:r>
              <a:rPr lang="en-US" sz="1000" dirty="0">
                <a:latin typeface="+mn-lt"/>
              </a:rPr>
              <a:t>Generate map</a:t>
            </a:r>
          </a:p>
          <a:p>
            <a:pPr defTabSz="576000" eaLnBrk="0" hangingPunct="0">
              <a:lnSpc>
                <a:spcPct val="120000"/>
              </a:lnSpc>
            </a:pPr>
            <a:r>
              <a:rPr lang="en-US" sz="1000" dirty="0">
                <a:latin typeface="+mn-lt"/>
              </a:rPr>
              <a:t>Generate map info</a:t>
            </a:r>
            <a:endParaRPr lang="en-US" sz="10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5A8C78-564B-F256-3490-02AA0657EB28}"/>
              </a:ext>
            </a:extLst>
          </p:cNvPr>
          <p:cNvSpPr/>
          <p:nvPr/>
        </p:nvSpPr>
        <p:spPr bwMode="auto">
          <a:xfrm>
            <a:off x="3905234" y="4006596"/>
            <a:ext cx="1387847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Your note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1557D5-8401-829C-35CD-079BF5730A7A}"/>
              </a:ext>
            </a:extLst>
          </p:cNvPr>
          <p:cNvSpPr/>
          <p:nvPr/>
        </p:nvSpPr>
        <p:spPr bwMode="auto">
          <a:xfrm>
            <a:off x="6855871" y="4006596"/>
            <a:ext cx="1387847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Map info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F65445-7DCE-7B27-DBD1-DD3905394585}"/>
              </a:ext>
            </a:extLst>
          </p:cNvPr>
          <p:cNvSpPr/>
          <p:nvPr/>
        </p:nvSpPr>
        <p:spPr bwMode="auto">
          <a:xfrm>
            <a:off x="8385136" y="4006596"/>
            <a:ext cx="1387847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AI summary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9C0594-4E0B-486F-8B1C-38B9EE80FA97}"/>
              </a:ext>
            </a:extLst>
          </p:cNvPr>
          <p:cNvSpPr/>
          <p:nvPr/>
        </p:nvSpPr>
        <p:spPr bwMode="auto">
          <a:xfrm>
            <a:off x="394396" y="4006596"/>
            <a:ext cx="649073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US" sz="1000" dirty="0">
                <a:latin typeface="+mn-lt"/>
              </a:rPr>
              <a:t>Edit in new window</a:t>
            </a:r>
            <a:endParaRPr lang="en-US" sz="10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FD518A-E207-9209-5996-8BBBFAA94952}"/>
              </a:ext>
            </a:extLst>
          </p:cNvPr>
          <p:cNvSpPr/>
          <p:nvPr/>
        </p:nvSpPr>
        <p:spPr bwMode="auto">
          <a:xfrm>
            <a:off x="2427565" y="4735060"/>
            <a:ext cx="1387847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Photo2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B8899A-13A7-C71B-6B60-F2DC57424341}"/>
              </a:ext>
            </a:extLst>
          </p:cNvPr>
          <p:cNvSpPr/>
          <p:nvPr/>
        </p:nvSpPr>
        <p:spPr bwMode="auto">
          <a:xfrm>
            <a:off x="5367046" y="4735060"/>
            <a:ext cx="1387847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Map2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193DDD-5F66-3093-36F2-1E9FDB7C6F31}"/>
              </a:ext>
            </a:extLst>
          </p:cNvPr>
          <p:cNvSpPr/>
          <p:nvPr/>
        </p:nvSpPr>
        <p:spPr bwMode="auto">
          <a:xfrm>
            <a:off x="1107589" y="4732689"/>
            <a:ext cx="1267023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US" sz="1000" baseline="0" dirty="0">
                <a:latin typeface="+mn-lt"/>
                <a:ea typeface="+mn-ea"/>
                <a:cs typeface="+mn-cs"/>
              </a:rPr>
              <a:t>Remove</a:t>
            </a:r>
          </a:p>
          <a:p>
            <a:pPr defTabSz="576000" eaLnBrk="0" hangingPunct="0">
              <a:lnSpc>
                <a:spcPct val="120000"/>
              </a:lnSpc>
            </a:pPr>
            <a:r>
              <a:rPr lang="en-US" sz="1000" dirty="0">
                <a:latin typeface="+mn-lt"/>
              </a:rPr>
              <a:t>Generate map</a:t>
            </a:r>
          </a:p>
          <a:p>
            <a:pPr defTabSz="576000" eaLnBrk="0" hangingPunct="0">
              <a:lnSpc>
                <a:spcPct val="120000"/>
              </a:lnSpc>
            </a:pPr>
            <a:r>
              <a:rPr lang="en-US" sz="1000" dirty="0">
                <a:latin typeface="+mn-lt"/>
              </a:rPr>
              <a:t>Generate map info</a:t>
            </a:r>
            <a:endParaRPr lang="en-US" sz="10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05EA92-023E-AC1A-0F54-72F18828C805}"/>
              </a:ext>
            </a:extLst>
          </p:cNvPr>
          <p:cNvSpPr/>
          <p:nvPr/>
        </p:nvSpPr>
        <p:spPr bwMode="auto">
          <a:xfrm>
            <a:off x="3905234" y="4735060"/>
            <a:ext cx="1387847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Your note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174719-AE71-42FD-A73E-ADB511BDC206}"/>
              </a:ext>
            </a:extLst>
          </p:cNvPr>
          <p:cNvSpPr/>
          <p:nvPr/>
        </p:nvSpPr>
        <p:spPr bwMode="auto">
          <a:xfrm>
            <a:off x="6855871" y="4735060"/>
            <a:ext cx="1387847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Map info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0A607E-EA82-7FE2-D153-F3E722E45877}"/>
              </a:ext>
            </a:extLst>
          </p:cNvPr>
          <p:cNvSpPr/>
          <p:nvPr/>
        </p:nvSpPr>
        <p:spPr bwMode="auto">
          <a:xfrm>
            <a:off x="8385136" y="4735060"/>
            <a:ext cx="1387847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AI summary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012C96-ABF9-4A21-11D6-C5836A6DB9CB}"/>
              </a:ext>
            </a:extLst>
          </p:cNvPr>
          <p:cNvSpPr/>
          <p:nvPr/>
        </p:nvSpPr>
        <p:spPr bwMode="auto">
          <a:xfrm>
            <a:off x="394396" y="4735060"/>
            <a:ext cx="649073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US" sz="1000" dirty="0">
                <a:latin typeface="+mn-lt"/>
              </a:rPr>
              <a:t>Edit in new window</a:t>
            </a:r>
            <a:endParaRPr lang="en-US" sz="10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C1ED4D-56C6-0C84-EA0A-9C7EB107EE58}"/>
              </a:ext>
            </a:extLst>
          </p:cNvPr>
          <p:cNvSpPr/>
          <p:nvPr/>
        </p:nvSpPr>
        <p:spPr bwMode="auto">
          <a:xfrm>
            <a:off x="269234" y="5677597"/>
            <a:ext cx="11341260" cy="504056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Route preview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B537822D-D4AB-B3B8-6405-E3A42109A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</p:spPr>
        <p:txBody>
          <a:bodyPr/>
          <a:lstStyle/>
          <a:p>
            <a:r>
              <a:rPr lang="en-US" dirty="0"/>
              <a:t>Homepage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196DE7-2F86-1719-2AFC-6603A7817FC0}"/>
              </a:ext>
            </a:extLst>
          </p:cNvPr>
          <p:cNvSpPr/>
          <p:nvPr/>
        </p:nvSpPr>
        <p:spPr bwMode="auto">
          <a:xfrm>
            <a:off x="9696401" y="2317811"/>
            <a:ext cx="1914094" cy="192837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US" sz="1000" baseline="0" dirty="0">
                <a:latin typeface="+mn-lt"/>
                <a:ea typeface="+mn-ea"/>
                <a:cs typeface="+mn-cs"/>
              </a:rPr>
              <a:t>Load / </a:t>
            </a:r>
            <a:r>
              <a:rPr lang="en-US" sz="1000" dirty="0">
                <a:latin typeface="+mn-lt"/>
              </a:rPr>
              <a:t>R</a:t>
            </a:r>
            <a:r>
              <a:rPr lang="en-US" sz="1000" baseline="0" dirty="0">
                <a:latin typeface="+mn-lt"/>
                <a:ea typeface="+mn-ea"/>
                <a:cs typeface="+mn-cs"/>
              </a:rPr>
              <a:t>emove / </a:t>
            </a:r>
            <a:r>
              <a:rPr lang="en-US" sz="1000" dirty="0">
                <a:latin typeface="+mn-lt"/>
              </a:rPr>
              <a:t>Rename</a:t>
            </a:r>
            <a:endParaRPr lang="en-US" sz="10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26268CF-11D1-2B30-A834-3810D7B731AD}"/>
              </a:ext>
            </a:extLst>
          </p:cNvPr>
          <p:cNvSpPr/>
          <p:nvPr/>
        </p:nvSpPr>
        <p:spPr bwMode="auto">
          <a:xfrm>
            <a:off x="273460" y="2243579"/>
            <a:ext cx="11439163" cy="326617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Route 1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23B47E-5EB8-322A-CDE0-358305406BD3}"/>
              </a:ext>
            </a:extLst>
          </p:cNvPr>
          <p:cNvSpPr/>
          <p:nvPr/>
        </p:nvSpPr>
        <p:spPr bwMode="auto">
          <a:xfrm>
            <a:off x="9692175" y="2774111"/>
            <a:ext cx="1914094" cy="192837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US" sz="1000" baseline="0" dirty="0">
                <a:latin typeface="+mn-lt"/>
                <a:ea typeface="+mn-ea"/>
                <a:cs typeface="+mn-cs"/>
              </a:rPr>
              <a:t>Load / </a:t>
            </a:r>
            <a:r>
              <a:rPr lang="en-US" sz="1000" dirty="0">
                <a:latin typeface="+mn-lt"/>
              </a:rPr>
              <a:t>R</a:t>
            </a:r>
            <a:r>
              <a:rPr lang="en-US" sz="1000" baseline="0" dirty="0">
                <a:latin typeface="+mn-lt"/>
                <a:ea typeface="+mn-ea"/>
                <a:cs typeface="+mn-cs"/>
              </a:rPr>
              <a:t>emove / </a:t>
            </a:r>
            <a:r>
              <a:rPr lang="en-US" sz="1000" dirty="0">
                <a:latin typeface="+mn-lt"/>
              </a:rPr>
              <a:t>Rename</a:t>
            </a:r>
            <a:endParaRPr lang="en-US" sz="10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E8F2FD-E1B3-29EB-E3FD-AFFFAF30FECF}"/>
              </a:ext>
            </a:extLst>
          </p:cNvPr>
          <p:cNvSpPr/>
          <p:nvPr/>
        </p:nvSpPr>
        <p:spPr bwMode="auto">
          <a:xfrm>
            <a:off x="269234" y="2699879"/>
            <a:ext cx="11439163" cy="326617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Route 2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105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21CC4-65C1-3E95-49F1-A7054089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C3BC3C-77AF-7C16-72E2-952C02B64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4DC9A-9EA8-2947-7BF2-82EB2B217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F37D43-6692-3742-C3CC-2D87AE4A1A0C}"/>
              </a:ext>
            </a:extLst>
          </p:cNvPr>
          <p:cNvSpPr/>
          <p:nvPr/>
        </p:nvSpPr>
        <p:spPr bwMode="auto">
          <a:xfrm>
            <a:off x="449857" y="2012071"/>
            <a:ext cx="1387847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Photo1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1700C0-279E-FF2E-0A63-3D723704FB1D}"/>
              </a:ext>
            </a:extLst>
          </p:cNvPr>
          <p:cNvSpPr/>
          <p:nvPr/>
        </p:nvSpPr>
        <p:spPr bwMode="auto">
          <a:xfrm>
            <a:off x="2447258" y="2004562"/>
            <a:ext cx="1387847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Map1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878681-D60E-6840-E565-315137270C5A}"/>
              </a:ext>
            </a:extLst>
          </p:cNvPr>
          <p:cNvSpPr/>
          <p:nvPr/>
        </p:nvSpPr>
        <p:spPr bwMode="auto">
          <a:xfrm>
            <a:off x="449857" y="3632301"/>
            <a:ext cx="1387847" cy="25049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000" baseline="0" dirty="0">
                <a:latin typeface="+mn-lt"/>
                <a:ea typeface="+mn-ea"/>
                <a:cs typeface="+mn-cs"/>
              </a:rPr>
              <a:t>Save note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976B81-2B21-9996-B0EA-85516DDF5AD4}"/>
              </a:ext>
            </a:extLst>
          </p:cNvPr>
          <p:cNvSpPr/>
          <p:nvPr/>
        </p:nvSpPr>
        <p:spPr bwMode="auto">
          <a:xfrm>
            <a:off x="449857" y="2965463"/>
            <a:ext cx="1387847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Your note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28EB57-B74E-5F20-F658-A1AF26F313A8}"/>
              </a:ext>
            </a:extLst>
          </p:cNvPr>
          <p:cNvSpPr/>
          <p:nvPr/>
        </p:nvSpPr>
        <p:spPr bwMode="auto">
          <a:xfrm>
            <a:off x="4537384" y="2004108"/>
            <a:ext cx="6743192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Map info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D9DB7B-B094-6D9F-6C37-F39CAE61E931}"/>
              </a:ext>
            </a:extLst>
          </p:cNvPr>
          <p:cNvSpPr/>
          <p:nvPr/>
        </p:nvSpPr>
        <p:spPr bwMode="auto">
          <a:xfrm>
            <a:off x="2447257" y="2957954"/>
            <a:ext cx="1387847" cy="576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AI summary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708908-7296-58A1-E93F-5FC007130440}"/>
              </a:ext>
            </a:extLst>
          </p:cNvPr>
          <p:cNvSpPr/>
          <p:nvPr/>
        </p:nvSpPr>
        <p:spPr bwMode="auto">
          <a:xfrm>
            <a:off x="4585727" y="1212847"/>
            <a:ext cx="649073" cy="26313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000" dirty="0">
                <a:latin typeface="+mn-lt"/>
              </a:rPr>
              <a:t>save</a:t>
            </a:r>
            <a:endParaRPr lang="en-US" sz="10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9D53A3-656A-00E4-E8C6-060E1F1F76BC}"/>
              </a:ext>
            </a:extLst>
          </p:cNvPr>
          <p:cNvSpPr/>
          <p:nvPr/>
        </p:nvSpPr>
        <p:spPr bwMode="auto">
          <a:xfrm>
            <a:off x="5324501" y="1212847"/>
            <a:ext cx="649073" cy="26313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000" dirty="0">
                <a:latin typeface="+mn-lt"/>
              </a:rPr>
              <a:t>close</a:t>
            </a:r>
            <a:endParaRPr lang="en-US" sz="10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F0343D-E638-524D-8E53-5656786AF8CB}"/>
              </a:ext>
            </a:extLst>
          </p:cNvPr>
          <p:cNvSpPr/>
          <p:nvPr/>
        </p:nvSpPr>
        <p:spPr bwMode="auto">
          <a:xfrm>
            <a:off x="174076" y="1556792"/>
            <a:ext cx="11593288" cy="288032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600" dirty="0">
                <a:latin typeface="+mn-lt"/>
              </a:rPr>
              <a:t>Photo details</a:t>
            </a:r>
            <a:endParaRPr lang="en-US" sz="16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580A7C-2926-CB41-76EF-D8B352F64614}"/>
              </a:ext>
            </a:extLst>
          </p:cNvPr>
          <p:cNvSpPr/>
          <p:nvPr/>
        </p:nvSpPr>
        <p:spPr bwMode="auto">
          <a:xfrm>
            <a:off x="2447258" y="3645024"/>
            <a:ext cx="1387847" cy="25049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000" baseline="0" dirty="0">
                <a:latin typeface="+mn-lt"/>
                <a:ea typeface="+mn-ea"/>
                <a:cs typeface="+mn-cs"/>
              </a:rPr>
              <a:t>Generate AI summary</a:t>
            </a:r>
          </a:p>
        </p:txBody>
      </p:sp>
    </p:spTree>
    <p:extLst>
      <p:ext uri="{BB962C8B-B14F-4D97-AF65-F5344CB8AC3E}">
        <p14:creationId xmlns:p14="http://schemas.microsoft.com/office/powerpoint/2010/main" val="8997139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10GBAEGmsRCrWeMKWDzcgcEAAAAAAADAAAAAAADAAAAAwADAAIA////////BQAAAAMAEAAL1tOUau8zpU2NYkRIb9lDWQQAAAABAAMAAAACAAMAAAAEAAMAAAAAAAMAAAAEAAQAAgD///////8FAAAABAAQAAtU0aCsIfNqT7UjuaR5MIJh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XQYEAQaaxEKtZ4wpYPNyBwNEYXRhABsAAAAETGlua2VkU2hhcGVEYXRhAAUAAAAAAAJOYW1lABkAAABMaW5rZWRTaGFwZXNEYXRhUHJvcGVydHkAEFZlcnNpb24AAAAAAAlMYXN0V3JpdGUAQe86A4IBAAAAAQD/////gwCDAAAABV9pZAAQAAAABNbTlGrvM6VNjWJESG/ZQ1kDRGF0YQAbAAAABExpbmtlZFNoYXBlRGF0YQAFAAAAAAACTmFtZQAZAAAATGlua2VkU2hhcGVzRGF0YVByb3BlcnR5ABBWZXJzaW9uAAEAAAAJTGFzdFdyaXRlAPjPZFaOAQAAAAI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VCwAAAAAAAAAAAAAgAf///////////////wAAAP////////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AEAAAAAAAFAAAABAAFAAAAAwADAAIBAwAAAAMA////////GgAGTGlua2VkU2hhcGVzRGF0YVByb3BlcnR5XzEEAAAAAQAFAAAAAgAFAAAAAQAFAAAABAD///////8EAAIBAwAAAAQA////////JQAGTGlua2VkU2hhcGVQcmVzZW50YXRpb25TZXR0aW5nc0RhdGFfMAQAAAACAAUAAAAAAAUAAAACAAUAAAAA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464432312502879"/>
  <p:tag name="EMPOWERCHARTSPROPERTIES_A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EKGUID" val="f8120ca7-cceb-428f-a7d0-f20ce9397e1b"/>
  <p:tag name="MIO_UPDATE" val="True"/>
  <p:tag name="MIO_DBID" val="FDE84254-54DB-49E3-9A0E-CDE72035D530"/>
  <p:tag name="MIO_OBJECTNAME" val="Infineon LCD 16:9"/>
  <p:tag name="MIO_SHOW_DATE" val="False"/>
  <p:tag name="MIO_SHOW_FOOTER" val="False"/>
  <p:tag name="MIO_SHOW_PAGENUMBER" val="False"/>
  <p:tag name="MIO_CD_LAYOUT_VALID_AREA" val="False"/>
  <p:tag name="MIO_EMBED_FONT" val="False"/>
  <p:tag name="MIO_NUMBER_OF_VALID_LAYOUTS" val="20"/>
  <p:tag name="MIO_FALLBACK_LAYOUT" val="1"/>
  <p:tag name="MIO_AVOID_BLANK_LAYOUT" val="True"/>
  <p:tag name="MIO_MATCH_COLOR_SCHEME" val="False"/>
  <p:tag name="MIO_VERSION" val="19.01.2026 11:45:53"/>
  <p:tag name="MIO_LASTDOWNLOADED" val="19.01.2026 12:47:15.158"/>
  <p:tag name="MIO_CONTENTTAG" val="EiShwbTq9Uuj32IvFcNsTw=="/>
  <p:tag name="MIO_CDID" val="e2fc2f9e-d5cf-4311-b3a1-0559b8fd1ab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.pptx" id="{1CB437A0-C2C4-4B72-BED2-E4E8D810B919}" vid="{E4731726-C45C-45A2-A681-1C46B62BEF89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EB56A61B4C00947898D82D06963611E" ma:contentTypeVersion="15" ma:contentTypeDescription="Ein neues Dokument erstellen." ma:contentTypeScope="" ma:versionID="1dc54802e6c7a0c11432c14fa31ef0b1">
  <xsd:schema xmlns:xsd="http://www.w3.org/2001/XMLSchema" xmlns:xs="http://www.w3.org/2001/XMLSchema" xmlns:p="http://schemas.microsoft.com/office/2006/metadata/properties" xmlns:ns2="59b6271e-7032-4958-8b1b-b397779a5edd" xmlns:ns3="8add22d0-fb4f-4780-81e3-4104ca6646f2" targetNamespace="http://schemas.microsoft.com/office/2006/metadata/properties" ma:root="true" ma:fieldsID="a6f0f3cc70ae8bf5c7c46b87ded16118" ns2:_="" ns3:_="">
    <xsd:import namespace="59b6271e-7032-4958-8b1b-b397779a5edd"/>
    <xsd:import namespace="8add22d0-fb4f-4780-81e3-4104ca6646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b6271e-7032-4958-8b1b-b397779a5e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d64df55c-0d35-4409-9d5b-5829daa2b6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dd22d0-fb4f-4780-81e3-4104ca6646f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fc02de1-8c8f-4191-a788-16eb72695625}" ma:internalName="TaxCatchAll" ma:showField="CatchAllData" ma:web="8add22d0-fb4f-4780-81e3-4104ca664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add22d0-fb4f-4780-81e3-4104ca6646f2" xsi:nil="true"/>
    <lcf76f155ced4ddcb4097134ff3c332f xmlns="59b6271e-7032-4958-8b1b-b397779a5ed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14FDB3-C68D-4DD7-B6CF-2B363C4C1B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9b6271e-7032-4958-8b1b-b397779a5edd"/>
    <ds:schemaRef ds:uri="8add22d0-fb4f-4780-81e3-4104ca664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99A1D5-F553-4264-9022-E0136C61CE27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purl.org/dc/terms/"/>
    <ds:schemaRef ds:uri="a709603d-609a-478b-a91d-3c5e984c0e79"/>
    <ds:schemaRef ds:uri="6ef45842-284e-44e4-b2db-1749e7948b44"/>
    <ds:schemaRef ds:uri="http://schemas.microsoft.com/office/infopath/2007/PartnerControls"/>
    <ds:schemaRef ds:uri="http://schemas.openxmlformats.org/package/2006/metadata/core-properties"/>
    <ds:schemaRef ds:uri="8add22d0-fb4f-4780-81e3-4104ca6646f2"/>
    <ds:schemaRef ds:uri="59b6271e-7032-4958-8b1b-b397779a5edd"/>
  </ds:schemaRefs>
</ds:datastoreItem>
</file>

<file path=customXml/itemProps3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26</TotalTime>
  <Words>96</Words>
  <Application>Microsoft Office PowerPoint</Application>
  <PresentationFormat>Widescreen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Infineon 16:9</vt:lpstr>
      <vt:lpstr>Homepage</vt:lpstr>
      <vt:lpstr>Edit photo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Schumov Georgi (IT RDI IM WPC)</dc:creator>
  <cp:lastModifiedBy>Schumov Georgi (IT RDI IM WPC)</cp:lastModifiedBy>
  <cp:revision>6</cp:revision>
  <dcterms:created xsi:type="dcterms:W3CDTF">2026-04-14T05:47:43Z</dcterms:created>
  <dcterms:modified xsi:type="dcterms:W3CDTF">2026-04-14T06:14:22Z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0x0101001EB56A61B4C00947898D82D06963611E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2025-12-31T23:00:00Z</vt:filetime>
  </property>
  <property fmtid="{D5CDD505-2E9C-101B-9397-08002B2CF9AE}" pid="15" name="empower.integration.Classification.DateFormat">
    <vt:lpwstr>yyyy-MM-dd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a15a25aa-e944-415d-b7a7-40f6b9180b6b_Enabled">
    <vt:lpwstr>true</vt:lpwstr>
  </property>
  <property fmtid="{D5CDD505-2E9C-101B-9397-08002B2CF9AE}" pid="23" name="MSIP_Label_a15a25aa-e944-415d-b7a7-40f6b9180b6b_SetDate">
    <vt:lpwstr>2026-01-19T11:45:44Z</vt:lpwstr>
  </property>
  <property fmtid="{D5CDD505-2E9C-101B-9397-08002B2CF9AE}" pid="24" name="MSIP_Label_a15a25aa-e944-415d-b7a7-40f6b9180b6b_Method">
    <vt:lpwstr>Standard</vt:lpwstr>
  </property>
  <property fmtid="{D5CDD505-2E9C-101B-9397-08002B2CF9AE}" pid="25" name="MSIP_Label_a15a25aa-e944-415d-b7a7-40f6b9180b6b_Name">
    <vt:lpwstr>a15a25aa-e944-415d-b7a7-40f6b9180b6b</vt:lpwstr>
  </property>
  <property fmtid="{D5CDD505-2E9C-101B-9397-08002B2CF9AE}" pid="26" name="MSIP_Label_a15a25aa-e944-415d-b7a7-40f6b9180b6b_SiteId">
    <vt:lpwstr>eeb8d0e8-3544-41d3-aac6-934c309faf5a</vt:lpwstr>
  </property>
  <property fmtid="{D5CDD505-2E9C-101B-9397-08002B2CF9AE}" pid="27" name="MSIP_Label_a15a25aa-e944-415d-b7a7-40f6b9180b6b_ActionId">
    <vt:lpwstr>c8a1406b-396c-4c19-a875-13042f87da53</vt:lpwstr>
  </property>
  <property fmtid="{D5CDD505-2E9C-101B-9397-08002B2CF9AE}" pid="28" name="MSIP_Label_a15a25aa-e944-415d-b7a7-40f6b9180b6b_ContentBits">
    <vt:lpwstr>0</vt:lpwstr>
  </property>
  <property fmtid="{D5CDD505-2E9C-101B-9397-08002B2CF9AE}" pid="29" name="MSIP_Label_a15a25aa-e944-415d-b7a7-40f6b9180b6b_Tag">
    <vt:lpwstr>10, 3, 0, 1</vt:lpwstr>
  </property>
</Properties>
</file>